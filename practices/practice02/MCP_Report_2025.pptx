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_04438185960e4d749e6487924c04bde4.svg" ContentType="image/svg+xml"/>
  <Override PartName="/ppt/media/image_1c9f3d0636c4453bbbc305ce6f0a6a77.svg" ContentType="image/svg+xml"/>
  <Override PartName="/ppt/media/image_3560962d24364ddfb9fda881bb2f62c5.svg" ContentType="image/svg+xml"/>
  <Override PartName="/ppt/media/image_934bb35f03c9499a9c5b0aa9f22947fd.svg" ContentType="image/svg+xml"/>
  <Override PartName="/ppt/media/image_aa74156059f24e9b8101d87b11980b2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3560962d24364ddfb9fda881bb2f62c5.svg"/><Relationship Id="rId3" Type="http://schemas.openxmlformats.org/officeDocument/2006/relationships/image" Target="../media/image_3560962d24364ddfb9fda881bb2f62c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4438185960e4d749e6487924c04bde4.svg"/><Relationship Id="rId3" Type="http://schemas.openxmlformats.org/officeDocument/2006/relationships/image" Target="../media/image_04438185960e4d749e6487924c04bd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1c9f3d0636c4453bbbc305ce6f0a6a77.svg"/><Relationship Id="rId3" Type="http://schemas.openxmlformats.org/officeDocument/2006/relationships/image" Target="../media/image_1c9f3d0636c4453bbbc305ce6f0a6a7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34bb35f03c9499a9c5b0aa9f22947fd.svg"/><Relationship Id="rId3" Type="http://schemas.openxmlformats.org/officeDocument/2006/relationships/image" Target="../media/image_934bb35f03c9499a9c5b0aa9f22947fd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aa74156059f24e9b8101d87b11980b29.svg"/><Relationship Id="rId3" Type="http://schemas.openxmlformats.org/officeDocument/2006/relationships/image" Target="../media/image_aa74156059f24e9b8101d87b11980b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_e0d44606cc634ab58428da2982f81bee.png"/><Relationship Id="rId2" Type="http://schemas.openxmlformats.org/officeDocument/2006/relationships/image" Target="../media/image_e0d44606cc634ab58428da2982f81bee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Vector 2">
            <a:extLst>
              <a:ext uri="{FF2B5EF4-FFF2-40B4-BE49-F238E27FC236}">
                <a16:creationId xmlns:a16="http://schemas.microsoft.com/office/drawing/2014/main" id="{100F5EDA-D77D-4DF9-84BE-C3003F539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Vector 2">
            <a:extLst>
              <a:ext uri="{FF2B5EF4-FFF2-40B4-BE49-F238E27FC236}">
                <a16:creationId xmlns:a16="http://schemas.microsoft.com/office/drawing/2014/main" id="{B1155A86-E261-444B-BCE9-9C517523C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Vector 2">
            <a:extLst>
              <a:ext uri="{FF2B5EF4-FFF2-40B4-BE49-F238E27FC236}">
                <a16:creationId xmlns:a16="http://schemas.microsoft.com/office/drawing/2014/main" id="{A0A9E458-127A-4B5C-8119-DCC0EA20E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Vector 2">
            <a:extLst>
              <a:ext uri="{FF2B5EF4-FFF2-40B4-BE49-F238E27FC236}">
                <a16:creationId xmlns:a16="http://schemas.microsoft.com/office/drawing/2014/main" id="{EB806C96-DA52-4D44-A780-A9D9EA21F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Vector 2">
            <a:extLst>
              <a:ext uri="{FF2B5EF4-FFF2-40B4-BE49-F238E27FC236}">
                <a16:creationId xmlns:a16="http://schemas.microsoft.com/office/drawing/2014/main" id="{5429E7C9-8006-450E-B26C-0A4DFE1BB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Vector 2">
            <a:extLst>
              <a:ext uri="{FF2B5EF4-FFF2-40B4-BE49-F238E27FC236}">
                <a16:creationId xmlns:a16="http://schemas.microsoft.com/office/drawing/2014/main" id="{DC617394-D05B-4BE5-AB38-54A05356C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